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 Xin Chen" userId="61896e7dd1d592ca" providerId="LiveId" clId="{C9943F13-29F2-4870-97A2-C8EAA5B7632E}"/>
    <pc:docChg chg="undo custSel modSld">
      <pc:chgData name="Yi Xin Chen" userId="61896e7dd1d592ca" providerId="LiveId" clId="{C9943F13-29F2-4870-97A2-C8EAA5B7632E}" dt="2026-07-27T05:15:58.012" v="1" actId="1076"/>
      <pc:docMkLst>
        <pc:docMk/>
      </pc:docMkLst>
      <pc:sldChg chg="modSp mod">
        <pc:chgData name="Yi Xin Chen" userId="61896e7dd1d592ca" providerId="LiveId" clId="{C9943F13-29F2-4870-97A2-C8EAA5B7632E}" dt="2026-07-27T05:15:58.012" v="1" actId="1076"/>
        <pc:sldMkLst>
          <pc:docMk/>
          <pc:sldMk cId="0" sldId="263"/>
        </pc:sldMkLst>
        <pc:spChg chg="mod">
          <ac:chgData name="Yi Xin Chen" userId="61896e7dd1d592ca" providerId="LiveId" clId="{C9943F13-29F2-4870-97A2-C8EAA5B7632E}" dt="2026-07-27T05:15:58.012" v="1" actId="1076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F3A5F"/>
                </a:solidFill>
                <a:latin typeface="Times New Roman"/>
                <a:ea typeface="標楷體"/>
              </a:rPr>
              <a:t>智慧辦公椅專題 — 第二階段成果報告</a:t>
            </a:r>
          </a:p>
          <a:p>
            <a:pPr algn="ctr">
              <a:spcBef>
                <a:spcPts val="1400"/>
              </a:spcBef>
            </a:pPr>
            <a:r>
              <a:rPr sz="2000" b="0">
                <a:solidFill>
                  <a:srgbClr val="2E74B5"/>
                </a:solidFill>
                <a:latin typeface="Times New Roman"/>
                <a:ea typeface="標楷體"/>
              </a:rPr>
              <a:t>AI 伸展計劃 × 馬達控制整合 × Physio Agent 個人化</a:t>
            </a:r>
          </a:p>
          <a:p>
            <a:pPr algn="ctr">
              <a:spcBef>
                <a:spcPts val="3000"/>
              </a:spcBef>
            </a:pPr>
            <a:r>
              <a:rPr sz="1600" b="0">
                <a:solidFill>
                  <a:srgbClr val="595959"/>
                </a:solidFill>
                <a:latin typeface="Times New Roman"/>
                <a:ea typeface="標楷體"/>
              </a:rPr>
              <a:t>2026/07/28  ｜  陳翊昕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Times New Roman"/>
                <a:ea typeface="標楷體"/>
              </a:rPr>
              <a:t>本階段任務回顧（7/16 - 7/27）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AI 伸展計劃功能：查詢近 7 天紀錄 → 統計壞坐姿頻率 → 回傳動作 + 影片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馬達控制整合：新增 motor_logs、椅背感測 MQTT 擴充、觸發 API、決策邏輯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Physio Agent 個人化：帶入使用者身高體重 + 壞坐姿統計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知識庫擴充：新增 10+ 份伸展／人體工學文獻，優化 RAG 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功能一：AI</a:t>
            </a:r>
            <a:r>
              <a:rPr sz="3000" b="1" dirty="0">
                <a:solidFill>
                  <a:srgbClr val="1F3A5F"/>
                </a:solidFill>
                <a:latin typeface="Times New Roman"/>
                <a:ea typeface="標楷體"/>
              </a:rPr>
              <a:t> </a:t>
            </a:r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個人化伸展計劃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● GET /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api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/agent/stretch-plan</a:t>
            </a:r>
          </a:p>
          <a:p>
            <a:pPr lvl="1"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–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查詢使用者近</a:t>
            </a: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 7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天坐姿紀錄，排除正常坐姿與空椅</a:t>
            </a:r>
            <a:endParaRPr sz="1500" b="0" dirty="0">
              <a:solidFill>
                <a:srgbClr val="595959"/>
              </a:solidFill>
              <a:latin typeface="Times New Roman"/>
              <a:ea typeface="標楷體"/>
            </a:endParaRPr>
          </a:p>
          <a:p>
            <a:pPr lvl="1"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–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統計各壞坐姿出現次數與佔比</a:t>
            </a:r>
            <a:endParaRPr sz="1500" b="0" dirty="0">
              <a:solidFill>
                <a:srgbClr val="595959"/>
              </a:solidFill>
              <a:latin typeface="Times New Roman"/>
              <a:ea typeface="標楷體"/>
            </a:endParaRPr>
          </a:p>
          <a:p>
            <a:pPr lvl="1"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–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依最頻繁的壞坐姿，從</a:t>
            </a: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 20+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動作資料庫中挑出對應伸展動作（含</a:t>
            </a: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 YouTube </a:t>
            </a:r>
            <a:r>
              <a:rPr sz="1500" b="0" dirty="0" err="1">
                <a:solidFill>
                  <a:srgbClr val="595959"/>
                </a:solidFill>
                <a:latin typeface="Times New Roman"/>
                <a:ea typeface="標楷體"/>
              </a:rPr>
              <a:t>連結</a:t>
            </a: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實測結果：伸展計劃統計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測試帳號近 7 天資料：前傾 4 次（57%）、久坐／後仰／左傾 各 1 次（14%）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系統自動推薦 10 個對應動作，例如「頸部左右旋轉」「胸部擴展伸展」，皆附 YouTube 影片連結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51760" y="3200400"/>
          <a:ext cx="685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</a:rPr>
                        <a:t>坐姿類別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</a:rPr>
                        <a:t>出現次數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</a:rPr>
                        <a:t>佔比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前傾（烏龜頸）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久坐未動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過度後仰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身體左傾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14%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Times New Roman"/>
                <a:ea typeface="標楷體"/>
              </a:rPr>
              <a:t>功能二：馬達控制整合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新增 MotorLog model，記錄每次觸發的坐姿、馬達清單、原因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MQTT subscriber 擴充支援 smartchair/sensor/back（椅背感測資料）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POST /api/motor/trigger：依坐姿類別自動選擇對應馬達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651760" y="310896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</a:rPr>
                        <a:t>坐姿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</a:rPr>
                        <a:t>觸發馬達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前傾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M1、M2（左右手軸）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後仰</a:t>
                      </a:r>
                      <a:endParaRPr sz="1500" b="0" dirty="0">
                        <a:solidFill>
                          <a:srgbClr val="1A1A1A"/>
                        </a:solidFill>
                        <a:latin typeface="Times New Roman"/>
                        <a:ea typeface="標楷體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M3、M4（左右腰部）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左傾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M2、M4（對側矯正）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右傾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M1、M3（對側矯正）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久坐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M1 ~ M4 </a:t>
                      </a:r>
                      <a:r>
                        <a:rPr sz="1500" b="0" dirty="0" err="1">
                          <a:solidFill>
                            <a:srgbClr val="1A1A1A"/>
                          </a:solidFill>
                          <a:latin typeface="Times New Roman"/>
                          <a:ea typeface="標楷體"/>
                        </a:rPr>
                        <a:t>全部</a:t>
                      </a:r>
                      <a:endParaRPr sz="1500" b="0" dirty="0">
                        <a:solidFill>
                          <a:srgbClr val="1A1A1A"/>
                        </a:solidFill>
                        <a:latin typeface="Times New Roman"/>
                        <a:ea typeface="標楷體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實測結果：馬達觸發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●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輸入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：{"posture": "forward"}</a:t>
            </a: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●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輸出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：{"motors": ["M1","M2"], "triggered": true,</a:t>
            </a:r>
          </a:p>
          <a:p>
            <a:pPr lvl="1">
              <a:spcAft>
                <a:spcPts val="1000"/>
              </a:spcAft>
            </a:pPr>
            <a:r>
              <a:rPr sz="1500" b="0" dirty="0">
                <a:solidFill>
                  <a:srgbClr val="595959"/>
                </a:solidFill>
                <a:latin typeface="Times New Roman"/>
                <a:ea typeface="標楷體"/>
              </a:rPr>
              <a:t>–         "message": "馬達觸發：頭部前傾（M1、M2）"}</a:t>
            </a:r>
          </a:p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●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資料庫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MotorLog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同步寫入紀錄，可供後續分析觸發頻率</a:t>
            </a:r>
            <a:endParaRPr sz="1800" b="1" dirty="0">
              <a:solidFill>
                <a:srgbClr val="1A1A1A"/>
              </a:solidFill>
              <a:latin typeface="Times New Roman"/>
              <a:ea typeface="標楷體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Times New Roman"/>
                <a:ea typeface="標楷體"/>
              </a:rPr>
              <a:t>功能三：Physio Agent 個人化升級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由單次問答升級為 ReAct 迴圈（Thought → Action → Observation → Thought）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新增身高體重（BMI）與近 7 天壞坐姿統計整合進 get_posture_history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流程：讀取個人化資料 → 知識庫檢索 → 觸發馬達 → 再次查詢驗證改善（雙向回授）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2286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A5F"/>
                </a:solidFill>
                <a:latin typeface="Times New Roman"/>
                <a:ea typeface="標楷體"/>
              </a:rPr>
              <a:t>① 讀取個人化資料
(BMI + 7天統計)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416052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74B5"/>
                </a:solidFill>
                <a:latin typeface="Times New Roman"/>
                <a:ea typeface="標楷體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3931920"/>
            <a:ext cx="2286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A5F"/>
                </a:solidFill>
                <a:latin typeface="Times New Roman"/>
                <a:ea typeface="標楷體"/>
              </a:rPr>
              <a:t>② 知識庫檢索
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16052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74B5"/>
                </a:solidFill>
                <a:latin typeface="Times New Roman"/>
                <a:ea typeface="標楷體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931920"/>
            <a:ext cx="2286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A5F"/>
                </a:solidFill>
                <a:latin typeface="Times New Roman"/>
                <a:ea typeface="標楷體"/>
              </a:rPr>
              <a:t>③ 觸發馬達
(震動提醒)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416052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E74B5"/>
                </a:solidFill>
                <a:latin typeface="Times New Roman"/>
                <a:ea typeface="標楷體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3931920"/>
            <a:ext cx="2286000" cy="1188720"/>
          </a:xfrm>
          <a:prstGeom prst="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F3A5F"/>
                </a:solidFill>
                <a:latin typeface="Times New Roman"/>
                <a:ea typeface="標楷體"/>
              </a:rPr>
              <a:t>④ 驗證改善
(再次查詢)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實測結果：個人化前後對比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595959"/>
                </a:solidFill>
                <a:latin typeface="Times New Roman"/>
                <a:ea typeface="標楷體"/>
              </a:rPr>
              <a:t>改版前：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Times New Roman"/>
                <a:ea typeface="標楷體"/>
              </a:rPr>
              <a:t>「只回傳「最近 5 筆坐姿紀錄」，無體型資訊，建議千篇一律」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0800" cy="10058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E74B5"/>
                </a:solidFill>
                <a:latin typeface="Times New Roman"/>
                <a:ea typeface="標楷體"/>
              </a:rPr>
              <a:t>改版後（真實回應節錄）：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1A"/>
                </a:solidFill>
                <a:latin typeface="Times New Roman"/>
                <a:ea typeface="標楷體"/>
              </a:rPr>
              <a:t>「根據您的身高體重（170cm, 65kg, BMI 22.5）與坐姿紀錄……您的近 7 天坐姿統計也顯示頭部前傾佔了 57%，是您最頻繁的不良坐姿」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0800" cy="1828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證明建議是即時運算出來的個人化結果，非套版文字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功能四：知識庫擴充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新增 10 份文獻：桌椅人體工學、腕隧道症候群、下背痛、坐站交替、久坐中斷建議、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  <a:ea typeface="標楷體"/>
              </a:rPr>
              <a:t>– 辦公室瑜伽、核心穩定、胸椎呼吸、穿戴式震動回饋實證、椅子扶手腰靠調整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全部引用真實學術／機構來源：Mayo Clinic、CCOHS、WHO Guidelines、PubMed、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  <a:ea typeface="標楷體"/>
              </a:rPr>
              <a:t>– PMC 系統性回顧、MDPI 等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順帶修復問題：發現本機 FAISS 向量索引停留在 5/14（比多次知識庫更新都舊），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  <a:ea typeface="標楷體"/>
              </a:rPr>
              <a:t>– 代表 Agent 一直在用過時資料回答，已重建索引修復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dirty="0" err="1">
                <a:solidFill>
                  <a:srgbClr val="1F3A5F"/>
                </a:solidFill>
                <a:latin typeface="Times New Roman"/>
                <a:ea typeface="標楷體"/>
              </a:rPr>
              <a:t>實測結果：新知識庫檢索</a:t>
            </a:r>
            <a:endParaRPr sz="3000" b="1" dirty="0">
              <a:solidFill>
                <a:srgbClr val="1F3A5F"/>
              </a:solidFill>
              <a:latin typeface="Times New Roman"/>
              <a:ea typeface="標楷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3175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● 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問題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：「</a:t>
            </a:r>
            <a:r>
              <a:rPr sz="1800" b="1" dirty="0" err="1">
                <a:solidFill>
                  <a:srgbClr val="1A1A1A"/>
                </a:solidFill>
                <a:latin typeface="Times New Roman"/>
                <a:ea typeface="標楷體"/>
              </a:rPr>
              <a:t>我的椅子扶手跟腰靠應該怎麼調整比較好</a:t>
            </a:r>
            <a:r>
              <a:rPr sz="1800" b="1" dirty="0">
                <a:solidFill>
                  <a:srgbClr val="1A1A1A"/>
                </a:solidFill>
                <a:latin typeface="Times New Roman"/>
                <a:ea typeface="標楷體"/>
              </a:rPr>
              <a:t>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dirty="0" err="1">
                <a:solidFill>
                  <a:srgbClr val="2E74B5"/>
                </a:solidFill>
                <a:latin typeface="Times New Roman"/>
                <a:ea typeface="標楷體"/>
              </a:rPr>
              <a:t>回應精準引用新增的</a:t>
            </a:r>
            <a:r>
              <a:rPr sz="1800" b="1" dirty="0">
                <a:solidFill>
                  <a:srgbClr val="2E74B5"/>
                </a:solidFill>
                <a:latin typeface="Times New Roman"/>
                <a:ea typeface="標楷體"/>
              </a:rPr>
              <a:t> chair_adjustment.txt：</a:t>
            </a:r>
          </a:p>
          <a:p>
            <a:pPr>
              <a:spcBef>
                <a:spcPts val="600"/>
              </a:spcBef>
            </a:pPr>
            <a:r>
              <a:rPr sz="1500" b="0" dirty="0">
                <a:solidFill>
                  <a:srgbClr val="1A1A1A"/>
                </a:solidFill>
                <a:latin typeface="Times New Roman"/>
                <a:ea typeface="標楷體"/>
              </a:rPr>
              <a:t>「</a:t>
            </a:r>
            <a:r>
              <a:rPr sz="1500" b="0" dirty="0" err="1">
                <a:solidFill>
                  <a:srgbClr val="1A1A1A"/>
                </a:solidFill>
                <a:latin typeface="Times New Roman"/>
                <a:ea typeface="標楷體"/>
              </a:rPr>
              <a:t>腰靠高度：站立時觸摸腰椎自然前凸位置</a:t>
            </a:r>
            <a:r>
              <a:rPr sz="1500" b="0" dirty="0">
                <a:solidFill>
                  <a:srgbClr val="1A1A1A"/>
                </a:solidFill>
                <a:latin typeface="Times New Roman"/>
                <a:ea typeface="標楷體"/>
              </a:rPr>
              <a:t>……</a:t>
            </a:r>
            <a:r>
              <a:rPr sz="1500" b="0" dirty="0" err="1">
                <a:solidFill>
                  <a:srgbClr val="1A1A1A"/>
                </a:solidFill>
                <a:latin typeface="Times New Roman"/>
                <a:ea typeface="標楷體"/>
              </a:rPr>
              <a:t>扶手高度：放鬆肩膀，調整至恰好托住手肘</a:t>
            </a:r>
            <a:r>
              <a:rPr sz="1500" b="0" dirty="0">
                <a:solidFill>
                  <a:srgbClr val="1A1A1A"/>
                </a:solidFill>
                <a:latin typeface="Times New Roman"/>
                <a:ea typeface="標楷體"/>
              </a:rPr>
              <a:t>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0800" cy="16459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A1A1A"/>
                </a:solidFill>
                <a:latin typeface="Times New Roman"/>
                <a:ea typeface="標楷體"/>
              </a:rPr>
              <a:t>● 證明新文獻確實被檢索與引用，非查無資料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  <a:latin typeface="Times New Roman"/>
                <a:ea typeface="標楷體"/>
              </a:rP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Times New Roman"/>
                <a:ea typeface="標楷體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503</Words>
  <Application>Microsoft Office PowerPoint</Application>
  <PresentationFormat>寬螢幕</PresentationFormat>
  <Paragraphs>92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Xin Chen</cp:lastModifiedBy>
  <cp:revision>1</cp:revision>
  <dcterms:created xsi:type="dcterms:W3CDTF">2013-01-27T09:14:16Z</dcterms:created>
  <dcterms:modified xsi:type="dcterms:W3CDTF">2026-07-27T05:27:05Z</dcterms:modified>
  <cp:category/>
</cp:coreProperties>
</file>